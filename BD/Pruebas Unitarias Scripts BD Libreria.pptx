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verage"/>
      <p:regular r:id="rId11"/>
    </p:embeddedFon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verage-regular.fntdata"/><Relationship Id="rId10" Type="http://schemas.openxmlformats.org/officeDocument/2006/relationships/slide" Target="slides/slide5.xml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Pruebas unitarias de BD</a:t>
            </a:r>
            <a:br>
              <a:rPr lang="es-419"/>
            </a:br>
            <a:r>
              <a:rPr lang="es-419"/>
              <a:t>Librería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P15R01_LTM_</a:t>
            </a:r>
            <a:r>
              <a:rPr b="1" lang="es-4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lang="es-4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DRE_LMBM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Creación</a:t>
            </a:r>
            <a:r>
              <a:rPr lang="es-419"/>
              <a:t> de Base de Datos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9099" l="0" r="9099" t="0"/>
          <a:stretch/>
        </p:blipFill>
        <p:spPr>
          <a:xfrm>
            <a:off x="1233550" y="1075400"/>
            <a:ext cx="6676901" cy="34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Creación</a:t>
            </a:r>
            <a:r>
              <a:rPr lang="es-419"/>
              <a:t> de tablas 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225" y="959925"/>
            <a:ext cx="6295673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48675" y="243725"/>
            <a:ext cx="37701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Carga inicial 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375" y="1104725"/>
            <a:ext cx="5583181" cy="37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Creación</a:t>
            </a:r>
            <a:r>
              <a:rPr lang="es-419"/>
              <a:t> de SP 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000" y="1064175"/>
            <a:ext cx="597177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