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2" r:id="rId5"/>
    <p:sldId id="299" r:id="rId6"/>
    <p:sldId id="297" r:id="rId7"/>
    <p:sldId id="261" r:id="rId8"/>
    <p:sldId id="298" r:id="rId9"/>
    <p:sldId id="312" r:id="rId10"/>
    <p:sldId id="313" r:id="rId11"/>
    <p:sldId id="314" r:id="rId12"/>
    <p:sldId id="315" r:id="rId13"/>
    <p:sldId id="31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 varScale="1">
        <p:scale>
          <a:sx n="76" d="100"/>
          <a:sy n="76" d="100"/>
        </p:scale>
        <p:origin x="62" y="10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>
            <a:normAutofit/>
          </a:bodyPr>
          <a:lstStyle/>
          <a:p>
            <a:r>
              <a:rPr lang="en-US" altLang="zh-CN" dirty="0" err="1"/>
              <a:t>Pruebas</a:t>
            </a:r>
            <a:r>
              <a:rPr lang="en-US" altLang="zh-CN" dirty="0"/>
              <a:t> </a:t>
            </a:r>
            <a:r>
              <a:rPr lang="en-US" altLang="zh-CN" dirty="0" err="1"/>
              <a:t>unitarias</a:t>
            </a:r>
            <a:r>
              <a:rPr lang="en-US" altLang="zh-CN" dirty="0"/>
              <a:t> Scripts de BD </a:t>
            </a:r>
            <a:r>
              <a:rPr lang="en-US" altLang="zh-CN" dirty="0" err="1"/>
              <a:t>ShopDB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P06R01MDRE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1725" cy="1314450"/>
          </a:xfrm>
        </p:spPr>
        <p:txBody>
          <a:bodyPr>
            <a:normAutofit/>
          </a:bodyPr>
          <a:lstStyle/>
          <a:p>
            <a:r>
              <a:rPr lang="en-US" dirty="0"/>
              <a:t>Moisés David Ramón Esteban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9052A1-7D0D-9FCD-8F23-ECB89BA0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5316476"/>
            <a:ext cx="4149213" cy="1084006"/>
          </a:xfrm>
        </p:spPr>
        <p:txBody>
          <a:bodyPr/>
          <a:lstStyle/>
          <a:p>
            <a:r>
              <a:rPr lang="es-MX" dirty="0"/>
              <a:t>Creación de Base de Datos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2CBC78-46DE-A02F-B04D-53F4DFE48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35" y="241003"/>
            <a:ext cx="8865995" cy="489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3557"/>
            <a:ext cx="4320791" cy="676656"/>
          </a:xfrm>
        </p:spPr>
        <p:txBody>
          <a:bodyPr lIns="0" anchor="b" anchorCtr="0">
            <a:normAutofit/>
          </a:bodyPr>
          <a:lstStyle/>
          <a:p>
            <a:r>
              <a:rPr lang="en-US" dirty="0" err="1"/>
              <a:t>Creación</a:t>
            </a:r>
            <a:r>
              <a:rPr lang="en-US" dirty="0"/>
              <a:t> de </a:t>
            </a:r>
            <a:r>
              <a:rPr lang="en-US" dirty="0" err="1"/>
              <a:t>tablas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F1C551A-B7AA-EFC7-3656-85B08A26CC60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3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BD383-8049-571B-C912-3A1FB5120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3705"/>
            <a:ext cx="10505370" cy="446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0" y="749808"/>
            <a:ext cx="3230880" cy="510032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Carga </a:t>
            </a:r>
            <a:r>
              <a:rPr lang="en-US" dirty="0" err="1"/>
              <a:t>inicial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EFF07-BE28-1E3D-8363-A3C54184C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189" y="1336955"/>
            <a:ext cx="8925540" cy="524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75490"/>
            <a:ext cx="9398000" cy="731520"/>
          </a:xfrm>
        </p:spPr>
        <p:txBody>
          <a:bodyPr lIns="0" anchor="b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/>
              <a:t>Store Procedures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F6DFC405-271E-FD29-7745-14E7098D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35A1F90C-C120-5EE9-CBD5-2FBD36F3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5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86557-67E5-A9D6-5A3F-7382430DA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816" y="1185704"/>
            <a:ext cx="7880133" cy="495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FFA11-1091-1C7C-DCBC-7B9ABE8B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B44048EA-D1F9-4348-8BE7-7FAF106E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727AD6D8-FB77-7B3D-DD84-41C7AD29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6</a:t>
            </a:fld>
            <a:endParaRPr lang="en-US" altLang="zh-CN" noProof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BD714E5-F5C2-C943-4B35-FD51CDEA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75490"/>
            <a:ext cx="9398000" cy="731520"/>
          </a:xfrm>
        </p:spPr>
        <p:txBody>
          <a:bodyPr lIns="0" anchor="b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 err="1"/>
              <a:t>Creación</a:t>
            </a:r>
            <a:r>
              <a:rPr lang="en-US" dirty="0"/>
              <a:t> de Views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D6DEC-46D4-161D-D801-7A2D6E311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1056727"/>
            <a:ext cx="9053558" cy="527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7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32F1-E6F1-9569-7F30-E3503E9C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AF5B78-D15B-1085-F949-C95D385F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59" y="970471"/>
            <a:ext cx="7578021" cy="716089"/>
          </a:xfrm>
        </p:spPr>
        <p:txBody>
          <a:bodyPr lIns="0" anchor="t" anchorCtr="0">
            <a:normAutofit fontScale="90000"/>
          </a:bodyPr>
          <a:lstStyle/>
          <a:p>
            <a:pPr>
              <a:spcBef>
                <a:spcPts val="1500"/>
              </a:spcBef>
            </a:pPr>
            <a:r>
              <a:rPr lang="es-MX" dirty="0"/>
              <a:t>Ejecución de Contingencia (</a:t>
            </a:r>
            <a:r>
              <a:rPr lang="es-MX" dirty="0" err="1"/>
              <a:t>Views</a:t>
            </a:r>
            <a:r>
              <a:rPr lang="es-MX" dirty="0"/>
              <a:t>)</a:t>
            </a:r>
            <a:endParaRPr lang="en-US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500865E0-DCA0-6668-B85F-4FC45301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16CF0E84-9D92-36ED-C687-2F549CAA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7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C00AC4-27FA-B548-C8B3-281C3D4B1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472" y="1865747"/>
            <a:ext cx="8927690" cy="402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494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9F92-C215-963F-E27E-0B226DD2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A15940F-6939-B459-E059-C664868C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59" y="970471"/>
            <a:ext cx="7578021" cy="716089"/>
          </a:xfrm>
        </p:spPr>
        <p:txBody>
          <a:bodyPr lIns="0" anchor="t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s-MX" dirty="0"/>
              <a:t>Ejecución de Contingencia (</a:t>
            </a:r>
            <a:r>
              <a:rPr lang="es-MX" dirty="0" err="1"/>
              <a:t>SPs</a:t>
            </a:r>
            <a:r>
              <a:rPr lang="es-MX" dirty="0"/>
              <a:t>)</a:t>
            </a:r>
            <a:endParaRPr lang="en-US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579512E0-B9C6-CA3C-DB7C-4FB40C32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9B72AF9E-E2D1-270D-DBF7-096D73C1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8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B91D49-B136-B8D3-E0AB-978F393D1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690" y="1595933"/>
            <a:ext cx="9825355" cy="498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13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C7DBE-B271-D0AB-D444-7B56C258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D326D7-B3E6-07F8-9BA7-9D094F2F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59" y="970471"/>
            <a:ext cx="7578021" cy="716089"/>
          </a:xfrm>
        </p:spPr>
        <p:txBody>
          <a:bodyPr lIns="0" anchor="t" anchorCtr="0">
            <a:normAutofit fontScale="90000"/>
          </a:bodyPr>
          <a:lstStyle/>
          <a:p>
            <a:pPr>
              <a:spcBef>
                <a:spcPts val="1500"/>
              </a:spcBef>
            </a:pPr>
            <a:r>
              <a:rPr lang="es-MX" dirty="0"/>
              <a:t>Ejecución de Contingencia (Tables)</a:t>
            </a:r>
            <a:endParaRPr lang="en-US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DFAF26E6-7832-D051-4DE9-804F0B4E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9F30ED57-1C81-98B6-2496-DAB21FAA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9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AD8BCC-CB0C-D779-28B7-1C3F7E33D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20" y="1765481"/>
            <a:ext cx="9493760" cy="463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7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E6B38-EF92-56A1-E3E9-6DCDFF25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6801917-BD8B-EE6F-A4F2-483869E2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11" y="638875"/>
            <a:ext cx="7578021" cy="716089"/>
          </a:xfrm>
        </p:spPr>
        <p:txBody>
          <a:bodyPr lIns="0" anchor="t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s-MX" dirty="0"/>
              <a:t>Ejecución de Contingencia (DB)</a:t>
            </a:r>
            <a:endParaRPr lang="en-US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69E9648-9570-E7D5-76B3-44777D24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903EB9E4-9B9D-1EF1-A2A9-B9BB0F37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10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DC1C02-B0A7-331E-E8AF-AD514DCA4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992" y="1430408"/>
            <a:ext cx="9809738" cy="497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928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{EDE5C082-FDDA-4B79-8249-9B1D0AFD4E00}TF63aebcec-8e39-4664-940a-dd6c2f00c54d020a9832_win32-3cdd3ee32610</Template>
  <TotalTime>46</TotalTime>
  <Words>68</Words>
  <Application>Microsoft Office PowerPoint</Application>
  <PresentationFormat>Widescreen</PresentationFormat>
  <Paragraphs>27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Pruebas unitarias Scripts de BD ShopDB  P06R01MDRE</vt:lpstr>
      <vt:lpstr>Creación de Base de Datos</vt:lpstr>
      <vt:lpstr>Creación de tablas</vt:lpstr>
      <vt:lpstr>Carga inicial</vt:lpstr>
      <vt:lpstr>Store Procedures</vt:lpstr>
      <vt:lpstr>Creación de Views</vt:lpstr>
      <vt:lpstr>Ejecución de Contingencia (Views)</vt:lpstr>
      <vt:lpstr>Ejecución de Contingencia (SPs)</vt:lpstr>
      <vt:lpstr>Ejecución de Contingencia (Tables)</vt:lpstr>
      <vt:lpstr>Ejecución de Contingencia (DB)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Moisés David Ramón Esteban</dc:creator>
  <cp:lastModifiedBy>Moisés David Ramón Esteban</cp:lastModifiedBy>
  <cp:revision>2</cp:revision>
  <dcterms:created xsi:type="dcterms:W3CDTF">2026-03-22T20:36:04Z</dcterms:created>
  <dcterms:modified xsi:type="dcterms:W3CDTF">2026-03-31T15:55:45Z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